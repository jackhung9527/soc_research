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0F1638"/>
          </a:solidFill>
          <a:ln w="12700">
            <a:solidFill>
              <a:srgbClr val="0F16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24160" y="36576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SOC_RESEARCH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800" kern="0" dirty="0">
                <a:solidFill>
                  <a:srgbClr val="FFB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 PLAN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韌體驗證測試計畫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STM32G071RB + INA226  鋰電池 SOC / SOH MCU 驗證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3931920"/>
            <a:ext cx="5486400" cy="0"/>
          </a:xfrm>
          <a:prstGeom prst="line">
            <a:avLst/>
          </a:prstGeom>
          <a:noFill/>
          <a:ln w="25400">
            <a:solidFill>
              <a:srgbClr val="FF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0624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會議代號 : </a:t>
            </a:r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meeting_0506_洪大甲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　　期 : </a:t>
            </a:r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2026-05-06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 告 人 : </a:t>
            </a:r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洪大甲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參考論文 : 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 et al. (2016) — Implementation of SOC and SOH Estimation for Li-ion Batteries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 ▸  Phase 2  ▸  Phase 3   |   兩週完成 (5/06 — 5/19)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777240"/>
          </a:xfrm>
          <a:prstGeom prst="rect">
            <a:avLst/>
          </a:prstGeom>
          <a:solidFill>
            <a:srgbClr val="0F1638"/>
          </a:solidFill>
          <a:ln w="12700">
            <a:solidFill>
              <a:srgbClr val="0F16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目的與範圍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SOC_RESEARCH  |  meeting_0506_洪大甲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0" y="649224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以最小可行原型 (MVP) 驗證 MCU + INA226 採樣鏈與 SOC/SOH 演算法骨架；兩週內完成、可重現、可量化。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54864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54480"/>
            <a:ext cx="109728" cy="4663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範圍包含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210312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MCU 硬體驗證：時脈、I2C、UART、GPIO 通訊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INA226 採樣鏈：Bus V、Shunt V、計算 Current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演算法骨架：動態阻抗法 SOC、投影法 SOH 可呼叫之介面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 端 unit test：邊界條件 + 標稱值通過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Raspberry Pi 5 編排：自動充→放→List Mode→long-run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 同步收儀器 readback 與 MCU CSV，產出時間對齊 log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45352" y="1554480"/>
            <a:ext cx="54864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554480"/>
            <a:ext cx="109728" cy="4663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範圍排除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65392" y="210312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□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INA226 Current_LSB 校正流程 (待定，另行排入)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□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PCBA 設計、EMC 認證、機構強度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□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電池模型參數化 (溫度補償、老化曲線完整建模)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□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 ↔ Z 阻抗 LUT 完整建表 (僅預留介面)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□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OTA 韌體升級、產品化 UI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777240"/>
          </a:xfrm>
          <a:prstGeom prst="rect">
            <a:avLst/>
          </a:prstGeom>
          <a:solidFill>
            <a:srgbClr val="0F1638"/>
          </a:solidFill>
          <a:ln w="12700">
            <a:solidFill>
              <a:srgbClr val="0F16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測試平台架構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SOC_RESEARCH  |  meeting_0506_洪大甲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0" y="649224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Raspberry Pi 5 為總控制端 (orchestrator)，透過 USB-to-TTL UART 同時控儀器與收 MCU log。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46304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Raspberry Pi 5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test_runner.py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80160" y="27889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788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USB-TTL #1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27889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2788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USB-TTL #2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0" y="27889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2788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USB-TTL #3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2331720"/>
            <a:ext cx="0" cy="2286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2560320"/>
            <a:ext cx="80467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2560320"/>
            <a:ext cx="0" cy="2286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2560320"/>
            <a:ext cx="0" cy="2286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04120" y="2560320"/>
            <a:ext cx="0" cy="2286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377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USB ×3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" y="39319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931920"/>
            <a:ext cx="246888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931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IT6302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 Source (3 ch)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800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 控充電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9319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931920"/>
            <a:ext cx="24688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931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STM32G071RB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3776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USART2 CSV log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4800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 收 MCU 數據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869680" y="39319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69680" y="3931920"/>
            <a:ext cx="24688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9680" y="3931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IT8512A+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96112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 Load 300W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961120" y="4800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 控放電 + List Mode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057400" y="3291840"/>
            <a:ext cx="0" cy="64008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6080760" y="3291840"/>
            <a:ext cx="0" cy="64008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10104120" y="3291840"/>
            <a:ext cx="0" cy="64008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457200" y="3703320"/>
            <a:ext cx="11274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TTL UART  3.3V / 115200 / 8N1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023360" y="553212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0" y="55321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6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INR18650-25R  +  INA226 / 10 mΩ Kelvin shunt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91840" y="4617720"/>
            <a:ext cx="731520" cy="1234440"/>
          </a:xfrm>
          <a:prstGeom prst="line">
            <a:avLst/>
          </a:prstGeom>
          <a:noFill/>
          <a:ln w="38100">
            <a:solidFill>
              <a:srgbClr val="0E749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8138160" y="4617720"/>
            <a:ext cx="731520" cy="123444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80760" y="5303520"/>
            <a:ext cx="0" cy="228600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6153912" y="5349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I2C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777240"/>
          </a:xfrm>
          <a:prstGeom prst="rect">
            <a:avLst/>
          </a:prstGeom>
          <a:solidFill>
            <a:srgbClr val="0F1638"/>
          </a:solidFill>
          <a:ln w="12700">
            <a:solidFill>
              <a:srgbClr val="0F16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測試環境與設備清單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SOC_RESEARCH  |  meeting_0506_洪大甲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0" y="649224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既有設備已就位；★ 為本次新增 (取代舊驗證流程的 Tera Term + Keithley)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657600"/>
                <a:gridCol w="4599432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型號 / 規格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MCU 主控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STM32G071RB (NUCLEO-G071RB)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採樣調度、I2C、UART、SOC/SOH 演算法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量測 IC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INA226 + Kelvin shunt 10 mΩ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Bus V、Shunt V → 電流推算 (±8.19A 量程)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DC Source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ITECH IT6302 (3 ch)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充電 CC-CV (Pi 控)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DC Load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ITECH IT8512A+ 300W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放電 CC、List Mode 動態階躍 (Pi 控)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 控制端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Raspberry Pi 5 (4GB)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test_runner.py 編排充放電 + 收 log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 通訊轉接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USB-to-TTL UART × 3 (CP2102 / FT232)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Pi → IT6302 / IT8512A+ / MCU 各一條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燒錄器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ST-Link V2 + STM32CubeProgrammer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SWD flash / RTT debug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電池 DUT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Samsung INR18650-25R 2500 mAh × 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電池對象 (新品 + 老化樣本)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777240"/>
          </a:xfrm>
          <a:prstGeom prst="rect">
            <a:avLst/>
          </a:prstGeom>
          <a:solidFill>
            <a:srgbClr val="0F1638"/>
          </a:solidFill>
          <a:ln w="12700">
            <a:solidFill>
              <a:srgbClr val="0F16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測試階段總覽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SOC_RESEARCH  |  meeting_0506_洪大甲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0" y="649224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三階段循序進行，5/06 啟動、5/19 結束；Pi 編排腳本與 Phase 1/2 平行開發。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63040" y="2194560"/>
            <a:ext cx="100584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2103120"/>
            <a:ext cx="0" cy="18288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5/06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(三)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84209" y="2103120"/>
            <a:ext cx="0" cy="18288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7009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5/09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(六)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05378" y="2103120"/>
            <a:ext cx="0" cy="18288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48178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5/12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(二)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26548" y="2103120"/>
            <a:ext cx="0" cy="18288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69348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5/15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(五)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521440" y="2103120"/>
            <a:ext cx="0" cy="18288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5/19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(二)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63040" y="2651760"/>
            <a:ext cx="3868615" cy="640080"/>
          </a:xfrm>
          <a:prstGeom prst="roundRect">
            <a:avLst>
              <a:gd name="adj" fmla="val 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2651760"/>
            <a:ext cx="3594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 MCU 通訊測試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3337560"/>
            <a:ext cx="7526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SWD flash · 64 MHz · I2C 通 INA226 · UART CSV log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31655" y="3520440"/>
            <a:ext cx="2321169" cy="64008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68815" y="3520440"/>
            <a:ext cx="20468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  演算法單元測試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31655" y="4206240"/>
            <a:ext cx="59787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 + GCC + CUnit · 邊界條件 + 標稱值通過 · 包 test_runner.py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52825" y="4389120"/>
            <a:ext cx="3868615" cy="640080"/>
          </a:xfrm>
          <a:prstGeom prst="roundRect">
            <a:avLst>
              <a:gd name="adj" fmla="val 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89985" y="4389120"/>
            <a:ext cx="3594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  系統整合 (Pi orchestrated)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52825" y="5074920"/>
            <a:ext cx="7526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0.2C 慢充 SOH 基準 + 5 種 CC 放電 + 9 組 List Mode + 12 hr long-run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651760"/>
            <a:ext cx="914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520440"/>
            <a:ext cx="914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520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914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389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035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 與 Phase 3 部分平行 (5/14 unit test 收尾同時 Pi 啟動慢充)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777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｜ MCU 通訊測試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SOC_RESEARCH  |  meeting_0506_洪大甲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0" y="649224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14400"/>
            <a:ext cx="9144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 </a:t>
            </a:r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MCU 韌體可下載、SystemClock 64 MHz 正確、INA226 I2C 通訊成功、UART CSV log 可被 Pi 讀取。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455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383280"/>
                <a:gridCol w="4114800"/>
                <a:gridCol w="286207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編號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驗證方法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通過條件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49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T1.1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SWD 連線 / Erase / Flash 可重複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STM32CubeProgrammer 連續 5 次 erase + flash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5/5 通過、無 timeout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49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T1.2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SystemClock 64 MHz 確認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MCO 輸出波形，量測 8 MHz (÷8 後)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7.95 ~ 8.05 MHz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49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T1.3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INA226 Manufacturer / Die ID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韌體啟動讀 0xFE / 0xFF，UART log 印出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MFG=0x5449, Die=0x2260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49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T1.4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USART2 CSV header 輸出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115200/8N1 接 Pi 端 pyserial 收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正確收到 ts_ms,bus_v_mv,...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49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T1.5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LED 心跳 (PA5) + Pi log 連線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示波器量 + Pi 端 ttyUSB log 接 5 分鐘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Hz ± 5 % 閃爍 + 0 NACK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5074920"/>
            <a:ext cx="1127455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51663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74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通過判準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T1.1 ~ T1.5 全部 PASS；任一 FAIL 必須回頭修正後重做，不得跳階段。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預估時程：5/06 ~ 5/11 (4 個工作天)；Pi SCPI/UART 探針同期搭建。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 ｜ 演算法單元測試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SOC_RESEARCH  |  meeting_0506_洪大甲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0" y="649224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 端用 GCC + CUnit 編譯 soc_soh_calc.c (link stub HAL)；資料流以方塊圖呈現。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6459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T3.1  動態阻抗法 SOC  →  soc_calc_dynamic_impedance()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10312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03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sample_before / sample_after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V_mv,  I_mA  各一筆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ΔV = after − before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ΔI = after − before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210312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1031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dynamic_impedance()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Z_mohm = ΔV / ΔI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210312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Z_mohm 輸出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預留 SOC LUT 介面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81528" y="2560320"/>
            <a:ext cx="329184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90488" y="2560320"/>
            <a:ext cx="329184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" y="384048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840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T3.2  投影法 SOH  →  soh_calc_projection()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25196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251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cumulative_charge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mAh (Pi log 累積)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29000" y="425196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4251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nominal_capacity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2500 mAh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425196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DC2626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42519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projection()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ratio = cum / nominal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89720" y="425196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4251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SOH %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(0 ~ 100, clamp)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081528" y="4709160"/>
            <a:ext cx="329184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824728" y="4709160"/>
            <a:ext cx="329184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933688" y="4709160"/>
            <a:ext cx="256032" cy="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8933688" y="443484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486400"/>
            <a:ext cx="112745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邊界條件 (必須通過)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T3.1 </a:t>
            </a:r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sample==NULL → false ｜ is_valid==false → false ｜ |ΔI| &lt; 1 mA → false (避免除零)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T3.2 </a:t>
            </a:r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nominal ≤ 0 → false ｜ cum &lt; 0 → ratio clamp 0 ｜ cum &gt; nominal → ratio clamp 1.0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 ｜ 系統整合 (Pi orchestrated)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SOC_RESEARCH  |  meeting_0506_洪大甲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0" y="649224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 端 test_runner.py 自動驅動下列循環，全程無人值守、CSV 即時對齊儲存。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91640"/>
            <a:ext cx="2468880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0.2C 慢充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IT6302 CC-CV → 4.2V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= 500 mA  (~5.5 hr)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SOH ground truth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2331720"/>
            <a:ext cx="3200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46120" y="16916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691640"/>
            <a:ext cx="246888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5 種 CC 放電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103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0.2C / 0.4C / 0.5C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1C / 1.5C / 2C → 3.0V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每輪間 0.5C 充電 ~3 hr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15000" y="2331720"/>
            <a:ext cx="3200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35040" y="16916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691640"/>
            <a:ext cx="24688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List Mode 動態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2103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組 = 3 ΔI × 3 SOC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ΔI ∈ {0.3C, 0.5C, 1.5C}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驗證動態阻抗演算法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2331720"/>
            <a:ext cx="3200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823960" y="16916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1691640"/>
            <a:ext cx="24688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2396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12 hr long-run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15400" y="2103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Hz 連續取樣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Stack 溢位回讀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 收 CSV 不掉封包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3200400" cy="2468880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79476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Raspberry Pi 5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test_runner.py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排程：asyncio loop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儀器：pyvisa-py + SCPI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MCU：pyserial CSV 解析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log：時間戳對齊 CSV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監看：SSH 遠端 + UPS 保護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57600" y="4114800"/>
            <a:ext cx="457200" cy="0"/>
          </a:xfrm>
          <a:prstGeom prst="line">
            <a:avLst/>
          </a:prstGeom>
          <a:noFill/>
          <a:ln w="317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160520" y="3749040"/>
            <a:ext cx="757123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60520" y="3749040"/>
            <a:ext cx="91440" cy="731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3749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E74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IT6302 SCPI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VOLT 4.2 / CURR 1.25 / OUTP ON ...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0" y="4892040"/>
            <a:ext cx="457200" cy="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160520" y="4526280"/>
            <a:ext cx="757123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60520" y="4526280"/>
            <a:ext cx="91440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3400" y="4526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IT8512A+ SCPI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 CC / CURR 2.5 / LIST 階梯 0~2C ...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0" y="5669280"/>
            <a:ext cx="45720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160520" y="5303520"/>
            <a:ext cx="757123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60520" y="5303520"/>
            <a:ext cx="9144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3400" y="5303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MCU UART (Pi 收)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USART2 CSV ts_ms,bus_v_mv,curr_ma,...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777240"/>
          </a:xfrm>
          <a:prstGeom prst="rect">
            <a:avLst/>
          </a:prstGeom>
          <a:solidFill>
            <a:srgbClr val="0F1638"/>
          </a:solidFill>
          <a:ln w="12700">
            <a:solidFill>
              <a:srgbClr val="0F16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預估時間表 + 風險與下一步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SOC_RESEARCH  |  meeting_0506_洪大甲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0" y="649224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 2 週完成 (5/06 — 5/19)；Pi 端開發與 Phase 1/2 平行，不延後 Phase 3。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7132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63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預估時間表 (兩週甘特)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0" y="1874520"/>
            <a:ext cx="3840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5819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5/06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1874520"/>
            <a:ext cx="0" cy="3547872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086665" y="15819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5/09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52425" y="1874520"/>
            <a:ext cx="0" cy="3547872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972929" y="15819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5/12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38689" y="1874520"/>
            <a:ext cx="0" cy="3547872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859194" y="15819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5/15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24954" y="1874520"/>
            <a:ext cx="0" cy="3547872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040880" y="15819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5/19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06640" y="1874520"/>
            <a:ext cx="0" cy="3547872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2011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CubeMX skeleton + Pi 環境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66160" y="2057400"/>
            <a:ext cx="295422" cy="201168"/>
          </a:xfrm>
          <a:prstGeom prst="roundRect">
            <a:avLst>
              <a:gd name="adj" fmla="val 1818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3957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SWD flash + SystemClock + Pi SCPI 探針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61582" y="2441448"/>
            <a:ext cx="590843" cy="201168"/>
          </a:xfrm>
          <a:prstGeom prst="roundRect">
            <a:avLst>
              <a:gd name="adj" fmla="val 1818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7797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INA226 ID + I2C + UART CSV log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57003" y="2825496"/>
            <a:ext cx="295422" cy="201168"/>
          </a:xfrm>
          <a:prstGeom prst="roundRect">
            <a:avLst>
              <a:gd name="adj" fmla="val 1818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1638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 unit test (CUnit)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43268" y="3209544"/>
            <a:ext cx="590843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5478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test_runner.py 編排腳本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34111" y="3593592"/>
            <a:ext cx="295422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931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 D1 ─ 0.2C 慢充 + 0.2C 放電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29532" y="3977640"/>
            <a:ext cx="295422" cy="201168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3159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 D2 ─ 0.5/1C 放電 + 充電循環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24954" y="4361688"/>
            <a:ext cx="295422" cy="201168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7000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 D3 ─ 1.5/2C + List Mode 9 組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20375" y="4745736"/>
            <a:ext cx="590843" cy="201168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50840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 D4 ─ 12 hr long-run + 收尾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11218" y="5129784"/>
            <a:ext cx="295422" cy="201168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0" y="1371600"/>
            <a:ext cx="395935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0" y="1371600"/>
            <a:ext cx="91440" cy="2606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01000" y="146304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001000" y="1828800"/>
            <a:ext cx="35935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INA226 模組來源未驗證，需排除偽冒品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Kelvin shunt 走線過長 → 寄生感性誤差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2C 放電 5A 接點 / 線材熱風險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hr long-run 期間 Pi 斷電 → 建議插 UPS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 ↔ Z LUT 未建表，Phase 2 僅算 Z 不轉 SOC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772400" y="4114800"/>
            <a:ext cx="395935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2400" y="4114800"/>
            <a:ext cx="91440" cy="21945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01000" y="420624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 (本週)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001000" y="4572000"/>
            <a:ext cx="35935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5/07  CubeMX 產 HAL skeleton + Pi OS / Python 環境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5/08  Pi 端 SCPI 探針通 IT6302 / IT8512A+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5/11  T1.1 ~ T1.5 完成，Phase 1 收斂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5/13  test_runner.py 編排腳本完工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STM32G071 + INA226 韌體驗證測試計畫</dc:title>
  <dc:subject>meeting_0506_洪大甲</dc:subject>
  <dc:creator>洪大甲</dc:creator>
  <cp:lastModifiedBy>洪大甲</cp:lastModifiedBy>
  <cp:revision>1</cp:revision>
  <dcterms:created xsi:type="dcterms:W3CDTF">2026-05-06T12:54:42Z</dcterms:created>
  <dcterms:modified xsi:type="dcterms:W3CDTF">2026-05-06T12:54:42Z</dcterms:modified>
</cp:coreProperties>
</file>
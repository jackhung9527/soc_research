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鏨電池 SOC/SOH 估計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動態阻抗法 MCU 驗證計畫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Implementation of SOC and SOH Estimation for Li-ion Batteries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Lin, Wang, Ho (NTUST / NIU / LHU, 2016 IEEE)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4023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04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簡報大綱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2743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73152" cy="5303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2344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論文核心方法回顧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123444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動態阻抗法 SOC 估計 + 投影法 SOH 估計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856232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56232"/>
            <a:ext cx="73152" cy="5303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185623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驗證系統架構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185623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+ 電壓電流感測器 + DC Source + DC Load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478024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478024"/>
            <a:ext cx="73152" cy="5303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247802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硬體規格與接線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247802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IT6302 / IT8512A+ / STM32 / INA226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099816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099816"/>
            <a:ext cx="73152" cy="5303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09981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309981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韌體設計流程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0" y="309981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取樣迴圈、動態阻抗計算、SOC/SOH 演算法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721608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721608"/>
            <a:ext cx="73152" cy="5303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72160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372160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實驗步驟規劃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14800" y="372160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校準 → 建立基線 → 老化測試 → 比對驗證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343400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4343400"/>
            <a:ext cx="73152" cy="5303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34340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17320" y="43434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預期成果與時程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114800" y="434340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驗證目標、風險評估、里程碑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 論文核心方法回顧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2743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374904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 估計：動態阻抗法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核心定義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Impedance = dV / dI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拋物線模型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dV/dI = a(SOC)^2 + b(SOC) + c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唯一解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透過一階微分 d(dV/dI)/dSOC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消除拋物線雙解問題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取得唯一 SOC 值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優勢：不需初始值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74904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SOH 估計：投影法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78308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核心觀察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老化電池 → 參數 a 增大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曲線斜率更陡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SOC 軸投影更短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SOH 公式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SOH = cos(arctan(a_now))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/ cos(arctan(a_origin))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關鍵參數推導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Step1: 二階微分求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Step2: 極值點反推 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Step3: 投影比值求 SOH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 驗證系統架構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2743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 Source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IT6302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充電模擬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137160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0" y="1371600"/>
            <a:ext cx="18288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鏨電池模組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ICR18650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受測對象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94960" y="137160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94960" y="1371600"/>
            <a:ext cx="18288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 Load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IT8512A+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放電負載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0" y="310896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6080" y="3108960"/>
            <a:ext cx="18288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0" y="3246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INA226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電壓電流感測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介面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3108960"/>
            <a:ext cx="22860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3108960"/>
            <a:ext cx="2286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3246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MCU (STM32)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演算法核心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SOC/SOH 計算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1920240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920240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0" y="2468880"/>
            <a:ext cx="0" cy="6400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657600"/>
            <a:ext cx="11887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資料流向：Battery → INA226 (V, I 取樣) → MCU (演算) → UART/USB 輸出結果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 硬體規格與接線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2743"/>
          </a:xfrm>
          <a:prstGeom prst="rect">
            <a:avLst/>
          </a:prstGeom>
          <a:solidFill>
            <a:srgbClr val="065A82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828800"/>
                <a:gridCol w="2834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設備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型號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關鍵規格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ITECH IT6302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充電 / 模擬電源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30V/3A, 三路獨立輸出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ITECH IT8512A+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恆流放電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120V/30A/300W, CC/CV/CR/CW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STM32F4 系列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運算核心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Cortex-M4, FPU, I2C, ADC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V/I 感測器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INA226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電壓電流量測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I2C, 16-bit, ±0.1% 精度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電池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ICR18650-22P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受測對象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2150mAh, 3.7V, 2.75~4.2V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749040"/>
            <a:ext cx="78638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3749040"/>
            <a:ext cx="73152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接線重點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INA226 串聯於電池正極迴路，取樣電壓/電流（Shunt Resistor 選擇需匹配最大放電電流）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DC Source 透過繼電器/MOSFET 切換充電路徑，DC Load 透過相同機制切換放電路徑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MCU 經 I2C 讀取 INA226，經 UART/USB 將 SOC/SOH 結果回傳 PC 記錄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 韌體設計流程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2743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5544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Timer ISR (1Hz)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每秒觸發中斷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INA226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 V, I 即時值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246888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118872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94560" y="1188720"/>
            <a:ext cx="15544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1188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 dV, dI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73736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V2-V1, I2-I1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計算動態阻抗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dV/dI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246888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118872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31920" y="1188720"/>
            <a:ext cx="1554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1188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 dSOC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173736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庫侖計數法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dSOC = dI*dt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 (Qrated*3600)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246888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118872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0" y="1188720"/>
            <a:ext cx="155448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1188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推導 a, 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173736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二階微分求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極值反推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即時更新參數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246888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118872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06640" y="1188720"/>
            <a:ext cx="155448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1188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SOC/SOH 輸出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173736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Eq.(7) 求 SOC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Eq.(14) 求 SOH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UART 回傳 PC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023360"/>
            <a:ext cx="73152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0690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設計要點：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取樣率 1Hz（與論文一致）| 保護機制：過壓 4.2V / 欠壓 2.75V 自動切斷 | 資料透過 UART 即時傳輸至 PC 做離線分析與繪圖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 實驗步驟規劃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2743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92024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感測器校準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INA226 偏移校正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與 DMM 比對電壓/電流精度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確認 I2C 通訊穩定性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設定 Shunt Resistor 倍率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188720"/>
            <a:ext cx="192024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463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新電池基線建立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201168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CC 放電 (0.5C) 100%→0%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記錄 V, I, dV/dI vs SOC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擬合拋物線參數 a, b, 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記錄 a_origin 作為 SOH 基準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88720"/>
            <a:ext cx="192024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1463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多工況放電測試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201168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不同放電倍率 (0.2C~2C)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脈衝放電模式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驗證動態阻抗即時追蹤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比對庫侖計數法結果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18872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188720"/>
            <a:ext cx="192024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1463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老化驗證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2011680"/>
            <a:ext cx="1645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循環充放電加速老化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每 50 cycle 記錄 a_now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計算 SOH 並與容量法比對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驗證 SOH 趨勢一致性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 實驗參數設定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2743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3749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374904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 Source (IT6302) 充電設定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模式：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電流：1.075A (0.5C)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電壓上限：4.2V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模式：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電壓：4.2V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截止電流：0.05A (C/43)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749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74904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 Load (IT8512A+) 放電設定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模式（基線測試）：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電流：1.075A (0.5C)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截止電壓：2.75V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多倍率測試：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0.2C / 0.5C / 1C / 2C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脈衝模式：10s ON / 30s OFF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78638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MCU 取樣與演算參數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840480"/>
          <a:ext cx="7498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38404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參數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設定值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說明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取樣率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Hz (Timer ISR)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與論文一致，每秒讀取 V,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2150 mAh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ICR18650-22P 額定容量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保護閾值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&gt; 4.2V 或 V &lt; 2.75V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觸發切斷繼電器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 預期成果與時程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2743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驗證目標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SOC 誤差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與庫侖計數法比對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508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83280" y="2011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SOH 誤差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240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與容量衰減法比對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508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10ms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26480" y="2011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即時運算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240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單次 SOC 計算延遲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里程碑時程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7863840" cy="54864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19" name="Shape 17"/>
          <p:cNvSpPr/>
          <p:nvPr/>
        </p:nvSpPr>
        <p:spPr>
          <a:xfrm>
            <a:off x="1280160" y="3584448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461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硬體組裝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INA226 校準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52928" y="358444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2212848" y="32461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12848" y="393192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韌體開發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I2C + Timer ISR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25696" y="358444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785616" y="32461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85616" y="393192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基線實驗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參數擬合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98464" y="3584448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5358384" y="32461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7-8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58384" y="393192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多工況測試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演算法驗證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71232" y="358444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6931152" y="32461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9-10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31152" y="393192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老化實驗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SOH 驗證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572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風險提醒：老化實驗耗時較長（數百 cycle），建議同時準備不同老化程度的電池進行平行測試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鏨電池 SOC/SOH 動態阻抗法 MCU 驗證計畫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3474720"/>
            <a:ext cx="2743200" cy="2743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Li-ion SOC/SOH Dynamic Impedance MCU Verification Plan</dc:title>
  <dc:subject>PptxGenJS Presentation</dc:subject>
  <dc:creator>SOC Research</dc:creator>
  <cp:lastModifiedBy>SOC Research</cp:lastModifiedBy>
  <cp:revision>1</cp:revision>
  <dcterms:created xsi:type="dcterms:W3CDTF">2026-04-14T12:48:00Z</dcterms:created>
  <dcterms:modified xsi:type="dcterms:W3CDTF">2026-04-14T12:48:00Z</dcterms:modified>
</cp:coreProperties>
</file>
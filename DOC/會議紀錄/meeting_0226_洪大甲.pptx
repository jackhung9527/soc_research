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087df9bf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087df9bf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087df9bf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087df9bf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087df9bf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087df9bf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087df9bf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087df9bf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087df9bf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087df9bf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sciencedirect.com/science/article/pii/S2590123025028233?utm_source=chatgpt.com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mdpi.com/2313-0105/9/7/369?utm_source=chatgpt.com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ndltd.ncl.edu.tw/cgi-bin/gs32/gsweb.cgi?randomimg=pBn0Ew_1771947882&amp;validpath=%2Ftmp%2F%5Enclcdr__doschk%2FpBn0Ew_1771947882__MzgxMzUx&amp;validinput=381351&amp;check=%E7%A2%BA%E5%AE%9A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sciencedirect.com/science/article/pii/S0378775325001788?utm_source=chatgpt.com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arxiv.org/abs/2410.23646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3680"/>
              <a:t>LFP(LiFePO4) 單節、含電壓遲滯/極化動態、以及含 AI/DNN/GRU 類方法的學術論文參考清單</a:t>
            </a:r>
            <a:endParaRPr sz="36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218350" y="43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一、直接針對 LiFePO₄ SOC 估測與 LFP 特性建模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7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50">
                <a:solidFill>
                  <a:schemeClr val="dk1"/>
                </a:solidFill>
              </a:rPr>
              <a:t>1.</a:t>
            </a:r>
            <a:endParaRPr sz="17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750">
                <a:solidFill>
                  <a:schemeClr val="dk1"/>
                </a:solidFill>
              </a:rPr>
              <a:t>標題:</a:t>
            </a:r>
            <a:endParaRPr sz="175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750">
                <a:solidFill>
                  <a:schemeClr val="dk1"/>
                </a:solidFill>
              </a:rPr>
              <a:t>"</a:t>
            </a:r>
            <a:r>
              <a:rPr lang="zh-TW" sz="175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State of charge estimation for LiFePO4 power battery based on multi-dimensional operating features"</a:t>
            </a:r>
            <a:endParaRPr sz="17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75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描述:</a:t>
            </a:r>
            <a:endParaRPr sz="17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75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研究指出 LFP 的 OCV-SOC 曲線中段平坦區造成 SOC 估測挑戰，且傳統做法在複雜工況下會失準。這篇屬於近年 SOC 估測管線整合性研究。</a:t>
            </a:r>
            <a:endParaRPr sz="17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75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參考連結:</a:t>
            </a:r>
            <a:endParaRPr sz="17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750" u="sng">
                <a:solidFill>
                  <a:schemeClr val="hlink"/>
                </a:solidFill>
                <a:hlinkClick r:id="rId3"/>
              </a:rPr>
              <a:t>State of charge estimation for LiFePO4 power battery based on multi-dimensional operating features - ScienceDirect</a:t>
            </a:r>
            <a:endParaRPr sz="1750">
              <a:solidFill>
                <a:srgbClr val="1F1F1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750">
                <a:solidFill>
                  <a:srgbClr val="1F1F1F"/>
                </a:solidFill>
                <a:latin typeface="Georgia"/>
                <a:ea typeface="Georgia"/>
                <a:cs typeface="Georgia"/>
                <a:sym typeface="Georgia"/>
              </a:rPr>
              <a:t>檔案名稱:</a:t>
            </a:r>
            <a:endParaRPr sz="1750">
              <a:solidFill>
                <a:srgbClr val="1F1F1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750">
                <a:solidFill>
                  <a:srgbClr val="1F1F1F"/>
                </a:solidFill>
                <a:latin typeface="Georgia"/>
                <a:ea typeface="Georgia"/>
                <a:cs typeface="Georgia"/>
                <a:sym typeface="Georgia"/>
              </a:rPr>
              <a:t>meeting_0226_1_1(The Modeling and SOC Estimation of a LiFePO4 Battery Considering the Relaxation and Overshoot of Polarization Voltage).pdf</a:t>
            </a:r>
            <a:endParaRPr sz="1750">
              <a:solidFill>
                <a:srgbClr val="1F1F1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218350" y="43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一、</a:t>
            </a:r>
            <a:r>
              <a:rPr lang="zh-TW"/>
              <a:t>直接針對 LiFePO₄ SOC 估測與 LFP 特性建模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50">
                <a:solidFill>
                  <a:schemeClr val="dk1"/>
                </a:solidFill>
              </a:rPr>
              <a:t>2</a:t>
            </a:r>
            <a:r>
              <a:rPr lang="zh-TW" sz="1450">
                <a:solidFill>
                  <a:schemeClr val="dk1"/>
                </a:solidFill>
              </a:rPr>
              <a:t>.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450">
                <a:solidFill>
                  <a:schemeClr val="dk1"/>
                </a:solidFill>
              </a:rPr>
              <a:t>標題:</a:t>
            </a:r>
            <a:endParaRPr sz="145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450">
                <a:solidFill>
                  <a:schemeClr val="dk1"/>
                </a:solidFill>
              </a:rPr>
              <a:t>"</a:t>
            </a:r>
            <a:r>
              <a:rPr lang="zh-TW" sz="145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Modeling and SOC Estimation - LiFePO4 Battery</a:t>
            </a:r>
            <a:r>
              <a:rPr lang="zh-TW" sz="145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"</a:t>
            </a:r>
            <a:endParaRPr sz="14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45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描述:</a:t>
            </a:r>
            <a:endParaRPr sz="14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450">
                <a:solidFill>
                  <a:schemeClr val="dk1"/>
                </a:solidFill>
              </a:rPr>
              <a:t>提出 </a:t>
            </a:r>
            <a:r>
              <a:rPr b="1" lang="zh-TW" sz="1450">
                <a:solidFill>
                  <a:schemeClr val="dk1"/>
                </a:solidFill>
              </a:rPr>
              <a:t>三極化（TP）模型</a:t>
            </a:r>
            <a:r>
              <a:rPr lang="zh-TW" sz="1450">
                <a:solidFill>
                  <a:schemeClr val="dk1"/>
                </a:solidFill>
              </a:rPr>
              <a:t>，在二階 RC 模型基礎上加入一階 RC 所代表的極化滯後與 overshoot，並用 Kalman Filter 進行 SOC 估測。這篇是在模擬“極化累積 + 慢變回復”上的實作。</a:t>
            </a:r>
            <a:endParaRPr sz="14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45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參考連結:</a:t>
            </a:r>
            <a:endParaRPr sz="14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450" u="sng">
                <a:solidFill>
                  <a:schemeClr val="hlink"/>
                </a:solidFill>
                <a:hlinkClick r:id="rId3"/>
              </a:rPr>
              <a:t>The Modeling and SOC Estimation of a LiFePO4 Battery Considering the Relaxation and Overshoot of Polarization Voltage</a:t>
            </a:r>
            <a:endParaRPr sz="1450">
              <a:solidFill>
                <a:srgbClr val="1F1F1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5862"/>
              <a:buFont typeface="Arial"/>
              <a:buNone/>
            </a:pPr>
            <a:r>
              <a:rPr lang="zh-TW" sz="145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檔案名稱:</a:t>
            </a:r>
            <a:endParaRPr sz="14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45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meeting_0226_1_2(State of charge estimation for LiFePO4 power battery based on).pdf</a:t>
            </a:r>
            <a:endParaRPr sz="14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218350" y="43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020"/>
              <a:t>二</a:t>
            </a:r>
            <a:r>
              <a:rPr lang="zh-TW" sz="2020"/>
              <a:t>、</a:t>
            </a:r>
            <a:r>
              <a:rPr lang="zh-TW" sz="2020"/>
              <a:t>神經網路、序列模式與 SOC 估測（含 LSTM/GRU/LSTM 類比較）</a:t>
            </a:r>
            <a:endParaRPr sz="2020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50">
                <a:solidFill>
                  <a:schemeClr val="dk1"/>
                </a:solidFill>
              </a:rPr>
              <a:t>1</a:t>
            </a:r>
            <a:r>
              <a:rPr lang="zh-TW" sz="1250">
                <a:solidFill>
                  <a:schemeClr val="dk1"/>
                </a:solidFill>
              </a:rPr>
              <a:t>.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350">
                <a:solidFill>
                  <a:schemeClr val="dk1"/>
                </a:solidFill>
              </a:rPr>
              <a:t>標題:</a:t>
            </a:r>
            <a:endParaRPr sz="135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350">
                <a:solidFill>
                  <a:schemeClr val="dk1"/>
                </a:solidFill>
              </a:rPr>
              <a:t>"</a:t>
            </a:r>
            <a:r>
              <a:rPr lang="zh-TW" sz="135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磷酸鋰鐵電池基於類神經網路法估算 SOC（含 LSTM, Bi-LSTM, GRU）</a:t>
            </a:r>
            <a:r>
              <a:rPr lang="zh-TW" sz="135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"</a:t>
            </a:r>
            <a:endParaRPr sz="13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35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描述:</a:t>
            </a:r>
            <a:endParaRPr sz="13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350">
                <a:solidFill>
                  <a:schemeClr val="dk1"/>
                </a:solidFill>
              </a:rPr>
              <a:t>碩士論文中包含 LSTM、雙向 LSTM 與 GRU 在 SOC 估算上的比較與實驗結果（有溫度、動態負載測試）。對你要比較 GRU 效果特別有參考價值。</a:t>
            </a:r>
            <a:endParaRPr sz="13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35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參考連結:</a:t>
            </a:r>
            <a:endParaRPr sz="13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350" u="sng">
                <a:solidFill>
                  <a:schemeClr val="hlink"/>
                </a:solidFill>
                <a:hlinkClick r:id="rId3"/>
              </a:rPr>
              <a:t>磷酸鋰鐵電池基於類神經網路法估算SOC__臺灣博碩士論文知識加值系統</a:t>
            </a:r>
            <a:endParaRPr sz="1350">
              <a:solidFill>
                <a:srgbClr val="1F1F1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35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檔案名稱:</a:t>
            </a:r>
            <a:endParaRPr sz="1350">
              <a:solidFill>
                <a:srgbClr val="1F1F1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350">
                <a:solidFill>
                  <a:schemeClr val="dk1"/>
                </a:solidFill>
              </a:rPr>
              <a:t>meeting_0226_2_1(磷酸鋰鐵電池基於類神經網路法估算 SOC（含 LSTM, Bi-LSTM, GRU）).pdf</a:t>
            </a:r>
            <a:endParaRPr sz="13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218350" y="43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020"/>
              <a:t>三</a:t>
            </a:r>
            <a:r>
              <a:rPr lang="zh-TW" sz="2020"/>
              <a:t>、</a:t>
            </a:r>
            <a:r>
              <a:rPr lang="zh-TW" sz="2020"/>
              <a:t>SOC/SOH 聯合估測與深度序列模型變體</a:t>
            </a:r>
            <a:endParaRPr sz="2020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50">
                <a:solidFill>
                  <a:schemeClr val="dk1"/>
                </a:solidFill>
              </a:rPr>
              <a:t>1.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50">
                <a:solidFill>
                  <a:schemeClr val="dk1"/>
                </a:solidFill>
              </a:rPr>
              <a:t>標題:</a:t>
            </a:r>
            <a:endParaRPr sz="125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50">
                <a:solidFill>
                  <a:schemeClr val="dk1"/>
                </a:solidFill>
              </a:rPr>
              <a:t>"</a:t>
            </a:r>
            <a:r>
              <a:rPr lang="zh-TW" sz="125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 framework of joint SOC and SOH estimation for lithium-ion batteries: Using BiLSTM as a battery model</a:t>
            </a:r>
            <a:r>
              <a:rPr lang="zh-TW" sz="125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"</a:t>
            </a:r>
            <a:endParaRPr sz="12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5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描述:</a:t>
            </a:r>
            <a:endParaRPr sz="12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50">
                <a:solidFill>
                  <a:schemeClr val="dk1"/>
                </a:solidFill>
              </a:rPr>
              <a:t>用 Bi-LSTM（雙向 LSTM）捕捉長短期依賴，結合粒子群（PSO）調參和 EKF，用於 SOC + SOH 估測架構</a:t>
            </a:r>
            <a:r>
              <a:rPr lang="zh-TW" sz="1250">
                <a:solidFill>
                  <a:schemeClr val="dk1"/>
                </a:solidFill>
              </a:rPr>
              <a:t>。</a:t>
            </a:r>
            <a:endParaRPr sz="12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5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參考連結:</a:t>
            </a:r>
            <a:endParaRPr sz="12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50" u="sng">
                <a:solidFill>
                  <a:schemeClr val="hlink"/>
                </a:solidFill>
                <a:hlinkClick r:id="rId3"/>
              </a:rPr>
              <a:t>A framework of joint SOC and SOH estimation for lithium-ion batteries: Using BiLSTM as a battery model - ScienceDirect</a:t>
            </a:r>
            <a:endParaRPr sz="1250">
              <a:solidFill>
                <a:srgbClr val="1F1F1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5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檔案名稱:</a:t>
            </a:r>
            <a:endParaRPr sz="1250">
              <a:solidFill>
                <a:srgbClr val="1F1F1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250">
                <a:solidFill>
                  <a:schemeClr val="dk1"/>
                </a:solidFill>
              </a:rPr>
              <a:t>meeting_0226_3_1(A framework of joint SOC and SOH estimation for lithium-ion batteries).pdf</a:t>
            </a:r>
            <a:endParaRPr sz="12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0" y="470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020"/>
              <a:t>四、傳統建模 + 濾波器基礎理論（可作基線比較）</a:t>
            </a:r>
            <a:endParaRPr sz="2020"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50">
                <a:solidFill>
                  <a:schemeClr val="dk1"/>
                </a:solidFill>
              </a:rPr>
              <a:t>1.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50">
                <a:solidFill>
                  <a:schemeClr val="dk1"/>
                </a:solidFill>
              </a:rPr>
              <a:t>標題:</a:t>
            </a:r>
            <a:endParaRPr sz="125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50">
                <a:solidFill>
                  <a:schemeClr val="dk1"/>
                </a:solidFill>
              </a:rPr>
              <a:t>"</a:t>
            </a:r>
            <a:r>
              <a:rPr lang="zh-TW" sz="125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LiFePO₄ Battery SOC Estimation under OCV-SOC Curve Error Based on Adaptive Multi-Model Kalman Filter</a:t>
            </a:r>
            <a:r>
              <a:rPr lang="zh-TW" sz="125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"</a:t>
            </a:r>
            <a:endParaRPr sz="12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5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描述:</a:t>
            </a:r>
            <a:endParaRPr sz="12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50">
                <a:solidFill>
                  <a:schemeClr val="dk1"/>
                </a:solidFill>
              </a:rPr>
              <a:t>處理 OCV 曲線誤差對 SOC 估測的影響，並用 Adaptive Kalman Filter 抗衡此誤差。</a:t>
            </a:r>
            <a:endParaRPr sz="12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5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參考連結:</a:t>
            </a:r>
            <a:endParaRPr sz="12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50" u="sng">
                <a:solidFill>
                  <a:schemeClr val="hlink"/>
                </a:solidFill>
                <a:hlinkClick r:id="rId3"/>
              </a:rPr>
              <a:t>[2410.23646] LiFePO4 Battery SOC Estimation under OCV-SOC Curve Error Based onAdaptive Multi-Model Kalman Filter</a:t>
            </a:r>
            <a:endParaRPr sz="1250">
              <a:solidFill>
                <a:srgbClr val="1F1F1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5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檔案名稱:</a:t>
            </a:r>
            <a:endParaRPr sz="1250">
              <a:solidFill>
                <a:srgbClr val="1F1F1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250">
                <a:solidFill>
                  <a:schemeClr val="dk1"/>
                </a:solidFill>
              </a:rPr>
              <a:t>meeting_0226_4_1(LiFePO4 Battery SOC Estimation under).pdf</a:t>
            </a:r>
            <a:endParaRPr sz="12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
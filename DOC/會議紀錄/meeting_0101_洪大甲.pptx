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D9BFF7-A96E-4C7D-9043-09587B35D318}">
  <a:tblStyle styleId="{B3D9BFF7-A96E-4C7D-9043-09587B35D3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6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4ecdfb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4ecdfb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b4ecdfbe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b4ecdfbe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b4ecdfbe7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b4ecdfbe7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b4ecdfbe7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b4ecdfbe7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b4ecdfbe7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b4ecdfbe7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300"/>
              <a:t>電池充放電時電壓延遲解決辦法</a:t>
            </a:r>
            <a:r>
              <a:rPr lang="zh-TW"/>
              <a:t>			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範例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6603925" y="1146950"/>
            <a:ext cx="2410500" cy="3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62" name="Google Shape;62;p14"/>
          <p:cNvGraphicFramePr/>
          <p:nvPr/>
        </p:nvGraphicFramePr>
        <p:xfrm>
          <a:off x="952500" y="135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{B3D9BFF7-A96E-4C7D-9043-09587B35D318}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54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狀態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電壓(V)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電流(I)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SOC(%)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4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曲線上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2.5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4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電壓遲滯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2.4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25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曲線上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2.3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資料分析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972750" y="1152475"/>
            <a:ext cx="485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充放電時會產生：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RC 極化電壓延遲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表面濃度效應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動態內阻偏移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所以電壓實際上是：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V(t) = OCV(SOC) + I*R + </a:t>
            </a:r>
            <a:r>
              <a:rPr lang="zh-TW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V_polarization(t)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V_polarization(t)</a:t>
            </a:r>
            <a:r>
              <a:rPr lang="zh-TW" sz="1200">
                <a:solidFill>
                  <a:schemeClr val="dk1"/>
                </a:solidFill>
              </a:rPr>
              <a:t> 具有時間常數 τ = 幾十秒到幾分鐘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R:內阻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一階戴維寧等校模型(了解中...)</a:t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222575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{B3D9BFF7-A96E-4C7D-9043-09587B35D318}</a:tableStyleId>
              </a:tblPr>
              <a:tblGrid>
                <a:gridCol w="904875"/>
                <a:gridCol w="904875"/>
                <a:gridCol w="904875"/>
                <a:gridCol w="904875"/>
              </a:tblGrid>
              <a:tr h="40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狀態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電壓(V)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電流(I)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SOC(%)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電壓遲滯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2.4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25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曲線上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2.3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575" y="2889025"/>
            <a:ext cx="3619500" cy="208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/>
              <a:t>解決方法1 : </a:t>
            </a:r>
            <a:r>
              <a:rPr lang="zh-TW" sz="2400">
                <a:highlight>
                  <a:schemeClr val="lt1"/>
                </a:highlight>
              </a:rPr>
              <a:t>加入時間序列特徵堆疊</a:t>
            </a:r>
            <a:endParaRPr sz="24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00">
                <a:solidFill>
                  <a:schemeClr val="dk1"/>
                </a:solidFill>
                <a:highlight>
                  <a:schemeClr val="lt1"/>
                </a:highlight>
              </a:rPr>
              <a:t>輸入  [V(t) , I(t) </a:t>
            </a:r>
            <a:r>
              <a:rPr lang="zh-TW" sz="5600">
                <a:solidFill>
                  <a:schemeClr val="dk1"/>
                </a:solidFill>
                <a:highlight>
                  <a:schemeClr val="lt1"/>
                </a:highlight>
              </a:rPr>
              <a:t>, ΔV(t)=V(t)-V(t-1) ,  ΔI(t)=I(t)-I(t-1) ,  ∫I(t-5s..t)dt,   ∫I(t-30s..t)dt , SOC_cc(t-1)]</a:t>
            </a:r>
            <a:endParaRPr sz="5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5600">
                <a:solidFill>
                  <a:schemeClr val="dk1"/>
                </a:solidFill>
                <a:highlight>
                  <a:schemeClr val="lt1"/>
                </a:highlight>
              </a:rPr>
              <a:t>V(t) 端電壓</a:t>
            </a:r>
            <a:endParaRPr sz="5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56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I(t)</a:t>
            </a:r>
            <a:r>
              <a:rPr lang="zh-TW" sz="5600">
                <a:solidFill>
                  <a:schemeClr val="dk1"/>
                </a:solidFill>
                <a:highlight>
                  <a:schemeClr val="lt1"/>
                </a:highlight>
              </a:rPr>
              <a:t> 即時電流</a:t>
            </a:r>
            <a:endParaRPr sz="5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5600">
                <a:solidFill>
                  <a:schemeClr val="dk1"/>
                </a:solidFill>
                <a:highlight>
                  <a:schemeClr val="lt1"/>
                </a:highlight>
              </a:rPr>
              <a:t>ΔV(t) 電壓變化量</a:t>
            </a:r>
            <a:endParaRPr sz="5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5600">
                <a:solidFill>
                  <a:schemeClr val="dk1"/>
                </a:solidFill>
                <a:highlight>
                  <a:schemeClr val="lt1"/>
                </a:highlight>
              </a:rPr>
              <a:t>ΔI(t) 電流變化量</a:t>
            </a:r>
            <a:endParaRPr sz="5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5600">
                <a:solidFill>
                  <a:schemeClr val="dk1"/>
                </a:solidFill>
                <a:highlight>
                  <a:schemeClr val="lt1"/>
                </a:highlight>
              </a:rPr>
              <a:t>∫I(t-5s..t)dt 短期電流積分</a:t>
            </a:r>
            <a:endParaRPr sz="5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5600">
                <a:solidFill>
                  <a:schemeClr val="dk1"/>
                </a:solidFill>
                <a:highlight>
                  <a:schemeClr val="lt1"/>
                </a:highlight>
              </a:rPr>
              <a:t>∫I(t-30s..t)dt 中期電流積分</a:t>
            </a:r>
            <a:endParaRPr sz="5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5600">
                <a:solidFill>
                  <a:schemeClr val="dk1"/>
                </a:solidFill>
                <a:highlight>
                  <a:schemeClr val="lt1"/>
                </a:highlight>
              </a:rPr>
              <a:t>SOC_cc(t-1) </a:t>
            </a:r>
            <a:r>
              <a:rPr lang="zh-TW" sz="5600">
                <a:solidFill>
                  <a:schemeClr val="dk1"/>
                </a:solidFill>
              </a:rPr>
              <a:t>上一時刻庫倫 SOC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32352"/>
              </a:lnSpc>
              <a:spcBef>
                <a:spcPts val="330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lang="zh-TW" sz="2650"/>
              <a:t>解決方法2: </a:t>
            </a:r>
            <a:r>
              <a:rPr b="1" lang="zh-TW" sz="2650">
                <a:solidFill>
                  <a:srgbClr val="242424"/>
                </a:solidFill>
                <a:highlight>
                  <a:srgbClr val="FFFFFF"/>
                </a:highlight>
              </a:rPr>
              <a:t>GRU, Gated Recurrent Unit</a:t>
            </a:r>
            <a:endParaRPr b="1" sz="26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365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rgbClr val="000000"/>
                </a:solidFill>
              </a:rPr>
              <a:t>SOC(t)    = SOC(t-1) − I·dt/C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rgbClr val="000000"/>
                </a:solidFill>
              </a:rPr>
              <a:t>Vp(t)     = a·Vp(t-1) + b·I(t)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000000"/>
                </a:solidFill>
              </a:rPr>
              <a:t>Vt(t)     = OCV(SOC) − I·R0 − Vp(t)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000000"/>
                </a:solidFill>
              </a:rPr>
              <a:t>以上這些參數階與時間有關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000000"/>
                </a:solidFill>
              </a:rPr>
              <a:t>因此輸入改成動態陣列[31]輸入(加入時間參考)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4049150" y="1152475"/>
            <a:ext cx="465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X(t)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=[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[V(t-30), I(t-30)],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 	...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 	[V(t),    I(t)]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sequence length = 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Y(t) = SOC_true(t)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Input(31,2)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 → GRU(32)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 → Dense(16,relu)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 → Dense(1,linear)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32352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zh-TW" sz="2650"/>
              <a:t>解決方法2: </a:t>
            </a:r>
            <a:r>
              <a:rPr b="1" lang="zh-TW" sz="2650">
                <a:solidFill>
                  <a:srgbClr val="242424"/>
                </a:solidFill>
                <a:highlight>
                  <a:srgbClr val="FFFFFF"/>
                </a:highlight>
              </a:rPr>
              <a:t>GRU, Gated Recurrent Unit</a:t>
            </a:r>
            <a:endParaRPr b="1" sz="265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211875"/>
            <a:ext cx="365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rgbClr val="000000"/>
                </a:solidFill>
              </a:rPr>
              <a:t>GRU 內部會自己學到：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200">
                <a:solidFill>
                  <a:srgbClr val="000000"/>
                </a:solidFill>
              </a:rPr>
              <a:t>當 I 突然變化 → 短時間內不要相信 V</a:t>
            </a:r>
            <a:br>
              <a:rPr lang="zh-TW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200">
                <a:solidFill>
                  <a:srgbClr val="000000"/>
                </a:solidFill>
              </a:rPr>
              <a:t>V 在持續下降 → 判定為極化累積</a:t>
            </a:r>
            <a:br>
              <a:rPr lang="zh-TW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200">
                <a:solidFill>
                  <a:srgbClr val="000000"/>
                </a:solidFill>
              </a:rPr>
              <a:t>長時間大電流 → SOC 應該持續下修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4049150" y="1211875"/>
            <a:ext cx="465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1. sequence 必須跨越切換點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不能只取穩態資料，一定要包含：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充→放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放→</a:t>
            </a:r>
            <a:r>
              <a:rPr lang="zh-TW" sz="1200">
                <a:solidFill>
                  <a:schemeClr val="dk1"/>
                </a:solidFill>
              </a:rPr>
              <a:t>充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load step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否則它學不到極化動態。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2. Label 一定不能用瞬時電壓反推 SOC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必須用：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SOC_true = SOC_cc + 靜置 OCV 校正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否則你是在用錯誤答案訓練模型。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